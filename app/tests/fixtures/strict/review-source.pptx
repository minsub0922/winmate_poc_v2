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905000"/>
            <a:ext cx="109537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21417"/>
                </a:solidFill>
                <a:latin typeface="Samsung One Korean"/>
              </a:rPr>
              <a:t>C 베이커리 전국 180개 매장</a:t>
            </a:r>
          </a:p>
          <a:p>
            <a:r>
              <a:rPr sz="3600" b="1">
                <a:solidFill>
                  <a:srgbClr val="121417"/>
                </a:solidFill>
                <a:latin typeface="Samsung One Korean"/>
              </a:rPr>
              <a:t>디지털 메뉴보드 전환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143250"/>
            <a:ext cx="857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21417"/>
                </a:solidFill>
                <a:latin typeface="Samsung One Korean"/>
              </a:rPr>
              <a:t>B2B PROPOSAL · C 베이커리 프랜차이즈 운영본부 · 2026.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삼성전자 B2B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제안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C 베이커리 운영본부를 위한 한 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목표: 신메뉴 · 가격 변경을 180개 매장에 당일 반영, 메뉴판 교체 인력 · 인쇄비 절감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범위: 카운터 메뉴보드 3면(QM55C) · 셀프 키오스크(KM24C) · 윈도 사이니지(OH55A-S)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운영: MagicINFO로 본사 일괄 편성, 시간대별(아침 · 점심 · 오후) 자동 전환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효과: 연간 인쇄 · 교체 비용 38% 절감(가정 기준), 메뉴 반영 리드타임 7일 → 당일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일정: 2027년 1분기 파일럿 12개 매장 → 3분기 전 매장 확산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베이커리 · 카페 시장은 매장 경험에서 승부가 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국내 베이커리 카페 프랜차이즈 시장 · 출처: 식품산업통계정보,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533400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417"/>
                </a:solidFill>
                <a:latin typeface="Samsung One Korean"/>
              </a:rPr>
              <a:t>• 국내 베이커리 프랜차이즈 매장 수 8,900개 (2025)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• 상위 3개 브랜드 점유율 61%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• 매장 디지털 사이니지 도입률 34% → 2027E 52%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• 객단가 상승 요인 1위: 세트 · 시즌 메뉴 노출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809750"/>
            <a:ext cx="533400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1417"/>
                </a:solidFill>
                <a:latin typeface="Samsung One Korean"/>
              </a:rPr>
              <a:t>그래서 C 베이커리에게</a:t>
            </a:r>
          </a:p>
          <a:p>
            <a:r>
              <a:rPr sz="2000" b="1">
                <a:solidFill>
                  <a:srgbClr val="121417"/>
                </a:solidFill>
                <a:latin typeface="Samsung One Korean"/>
              </a:rPr>
              <a:t>시즌 메뉴를 빨리, 매장마다 다르게 보여 주는 능력이</a:t>
            </a:r>
          </a:p>
          <a:p>
            <a:r>
              <a:rPr sz="2000" b="1">
                <a:solidFill>
                  <a:srgbClr val="121417"/>
                </a:solidFill>
                <a:latin typeface="Samsung One Korean"/>
              </a:rPr>
              <a:t>객단가와 직결됩니다.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출처: 식품산업통계정보(aTFIS), 2025 · C 베이커리 내부 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C 베이커리가 지금 겪는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운영본부 · 가맹점 인터뷰 (2026.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1. 신메뉴 출시마다 180개 매장 메뉴판 인쇄 · 배송 · 교체에 7일 소요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2. 매장마다 가격 표기가 달라 고객 문의 · 클레임 월 40건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3. 아침 · 점심 · 오후 메뉴 전환을 직원이 수작업으로 처리 — 피크 시간 인력 부담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4. 윈도 노출물이 낮 시간 반사로 잘 보이지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세 가지 가치를 제안합니다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운영 효율 · 매출 · 브랜드 일관성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352425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417"/>
                </a:solidFill>
                <a:latin typeface="Samsung One Korean"/>
              </a:rPr>
              <a:t>① 당일 반영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본사에서 편성하면 180개 매장에 같은 날 반영. 인쇄 · 배송 · 교체 인력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0" y="1809750"/>
            <a:ext cx="352425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417"/>
                </a:solidFill>
                <a:latin typeface="Samsung One Korean"/>
              </a:rPr>
              <a:t>② 시간대 자동 전환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아침 세트 · 점심 샌드위치 · 오후 디저트를 시간에 맞춰 자동 전환, 세트 노출로 객단가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0" y="1809750"/>
            <a:ext cx="352425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417"/>
                </a:solidFill>
                <a:latin typeface="Samsung One Korean"/>
              </a:rPr>
              <a:t>③ 어디서나 같은 가격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가격 · 원산지 표기를 본사 데이터로 일괄 관리해 매장별 표기 차이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매장 공간별 제품 매칭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카운터 · 입구 · 윈도 3개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카운터 메뉴보드: QM55C 3면 (500nit, 24/7) — 세로 · 가로 혼용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입구 셀프 주문: KM24C 키오스크 — 결제 · 적립 연동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윈도: OH55A-S 고휘도 3,000nit — 낮 시간 반사 환경에서도 가독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운영: MagicINFO 서버 1식 (본사), 매장별 그룹 · 일정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제품 사양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공간별 권장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417"/>
                </a:solidFill>
                <a:latin typeface="Samsung One Korean"/>
              </a:rPr>
              <a:t>모델 | 크기 | 밝기 | 운영 시간 | 용도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QM55C | 55" | 500nit | 24/7 | 카운터 메뉴보드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KM24C | 24" | 250nit | 16/7 | 셀프 주문 키오스크</a:t>
            </a:r>
          </a:p>
          <a:p>
            <a:r>
              <a:rPr sz="1700" b="0">
                <a:solidFill>
                  <a:srgbClr val="121417"/>
                </a:solidFill>
                <a:latin typeface="Samsung One Korean"/>
              </a:rPr>
              <a:t>OH55A-S | 55" | 3,000nit | 24/7 | 윈도 고휘도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MagicINFO로 본사가 한 번에 바꿉니다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콘텐츠 편성 · 배포 · 모니터링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본사 편성 → 지역 · 매장 그룹별 배포 → 시간대 자동 전환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POS 가격 데이터 연동으로 가격 표기 자동 갱신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화면 이상 · 전원 상태 원격 모니터링, 장애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비슷한 고객의 도입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국내 커피 · 베이커리 프랜차이즈 도입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A 커피 320개 매장: 메뉴 반영 리드타임 7일 → 당일, 인쇄비 연 41% 절감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맥도날드 코리아: 드라이브스루 · 카운터 메뉴보드 일괄 운영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출처: samsung.com/sec/business 고객 사례,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도입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파일럿 → 확산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2027. 1Q  파일럿 12개 매장 (직영 6 · 가맹 6)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2027. 2Q  파일럿 효과 검증 · 콘텐츠 템플릿 확정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2027. 3Q  전 매장 180개 확산 · 매장 교육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2027. 4Q  운영 안정화 · 분기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5년 총소유비용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인쇄 메뉴판 유지 대비 · 가정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현행: 연 인쇄 · 배송 · 교체 2.1억 원 × 5년 = 10.5억 원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제안: 장비 · 설치 5.4억 원 + 운영 연 0.3억 원 × 5년 = 6.9억 원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• 5년 누적 절감 3.6억 원 (34%), 투자 회수 2.8년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※ 매장당 장비 구성 · 가맹 분담 비율에 따라 달라질 수 있어요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Samsung One Korean"/>
              </a:rP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23950"/>
            <a:ext cx="109537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417"/>
                </a:solidFill>
                <a:latin typeface="Samsung One Korean"/>
              </a:rPr>
              <a:t>2주 안에 결정이 필요한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09750"/>
            <a:ext cx="109537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21417"/>
                </a:solidFill>
                <a:latin typeface="Samsung One Korean"/>
              </a:rPr>
              <a:t>1. 파일럿 12개 매장 선정 (운영본부)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2. POS 가격 데이터 연동 범위 확인 (IT팀)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3. 파일럿 견적 확정 · 발주 (구매팀)</a:t>
            </a:r>
          </a:p>
          <a:p>
            <a:r>
              <a:rPr sz="1800" b="0">
                <a:solidFill>
                  <a:srgbClr val="121417"/>
                </a:solidFill>
                <a:latin typeface="Samsung One Korean"/>
              </a:rPr>
              <a:t>담당: 삼성전자 B2B 영업 · 리테일 디스플레이팀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0"/>
            <a:ext cx="1095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21417"/>
                </a:solidFill>
                <a:latin typeface="Samsung One Korean"/>
              </a:rPr>
              <a:t>C 베이커리 · 디지털 메뉴보드 전환 ·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베이커리 디지털 메뉴보드 전환 제안</dc:title>
  <dc:subject/>
  <dc:creator>Samsung B2B</dc:creator>
  <cp:keywords/>
  <dc:description>generated using python-pptx</dc:description>
  <cp:lastModifiedBy>Samsung B2B</cp:lastModifiedBy>
  <cp:revision>1</cp:revision>
  <dcterms:created xsi:type="dcterms:W3CDTF">2013-01-27T09:14:16Z</dcterms:created>
  <dcterms:modified xsi:type="dcterms:W3CDTF">2013-01-27T09:15:58Z</dcterms:modified>
  <cp:category/>
</cp:coreProperties>
</file>